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0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부제목 미정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</Words>
  <Application>Microsoft Office PowerPoint</Application>
  <PresentationFormat>와이드스크린</PresentationFormat>
  <Paragraphs>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Entropy</vt:lpstr>
      <vt:lpstr>목차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2</cp:revision>
  <dcterms:created xsi:type="dcterms:W3CDTF">2026-07-11T11:17:54Z</dcterms:created>
  <dcterms:modified xsi:type="dcterms:W3CDTF">2026-07-11T11:28:50Z</dcterms:modified>
</cp:coreProperties>
</file>