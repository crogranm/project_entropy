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96AEB-F0DF-16F5-9A9B-4F31CA7D8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E36116-9EF4-35B5-9316-311A1597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E84A0-099D-73AD-2A4F-C375E0342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A0E-2FBA-4159-9323-C233CC2AF0DB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67A9CA-9E42-9A72-9EF3-8CF8B746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27F00-F9A7-87CA-0044-1A0F32E3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DF58-A56D-43F9-AA51-42CF3D3F87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64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5B44F-A993-1174-50DE-DB9063A08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338F57-9F6B-1E10-C523-9A05CDB8B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97E80D-5063-001D-7A21-5BAA320D7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A0E-2FBA-4159-9323-C233CC2AF0DB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38564C-1156-A3F5-F222-0F49B3826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F70073-5B84-9E3E-5ADB-03F4919F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DF58-A56D-43F9-AA51-42CF3D3F87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26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C584A-7760-BEE3-6E7D-B2D1A4CF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ADD833-1CC4-9FE4-0B56-F5DD2930A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85FAAC-49FF-3413-48DD-B4F8B50D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A0E-2FBA-4159-9323-C233CC2AF0DB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5582E8-A480-3DB8-810D-BBAAED4EB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44FBC-AB81-AFFB-E352-61DEB3A5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DF58-A56D-43F9-AA51-42CF3D3F87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252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7ED562-4EA5-D5C2-EE61-F044C0F53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845632-A8F4-4F10-D692-3FAB56C2B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1158FE-5E22-94F0-0127-59A13D6BD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D6177E-BF06-D452-3F0C-A98BF43B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A0E-2FBA-4159-9323-C233CC2AF0DB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400E8A-0B63-92B0-0518-283D704A3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7D90B6-3249-9846-F955-CFA1F5B1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DF58-A56D-43F9-AA51-42CF3D3F87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313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D1227-AE04-BE1C-2B7C-DA9E3FC87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9880E7-4D09-423D-465A-2447A297C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9CDD5D-7EE9-9EC2-80F7-BD3FB9C0A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D4190A-51F9-33BB-0F38-1F36FCC13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0C8C58-F9D2-2067-3F1A-470900197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6941233-A304-B3BF-EBB8-A3B218B04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A0E-2FBA-4159-9323-C233CC2AF0DB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87088C-1731-FF54-4755-BD444059C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890137-604A-14B9-F235-1A2B6556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DF58-A56D-43F9-AA51-42CF3D3F87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930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06184-8205-9ADB-4859-19B27BD1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C3280F-4D74-30D1-2159-E0A56BC8B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A0E-2FBA-4159-9323-C233CC2AF0DB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434439-DAAE-9551-7016-E7387B28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D828A3-1465-DBC9-3616-27055773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DF58-A56D-43F9-AA51-42CF3D3F87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60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96837AB-79FC-9021-560C-2B5EFD3AF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A0E-2FBA-4159-9323-C233CC2AF0DB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1EA959-18C2-9426-5357-42EE1473E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A7B606-758E-8B04-D5DB-8590B8EF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DF58-A56D-43F9-AA51-42CF3D3F87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46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34201-BE5E-8F32-D14A-38262DF8B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C0FF42-35F3-BAE6-165F-5CE98C910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78ABB2-D6ED-A8BA-8483-E07AD9E0E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99D2ED-6ECF-C95B-9A59-CE57A90A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A0E-2FBA-4159-9323-C233CC2AF0DB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1D537E-643A-F18B-8C0B-3C36DE51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2E62E0-32ED-4756-77C2-3B389955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DF58-A56D-43F9-AA51-42CF3D3F87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2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D5C39-FA11-9354-C93F-340EB495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7430613-8653-7454-7AF2-FE8118B79E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8FF89C-049B-FEE5-9F49-557FB4C8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2C1971-A621-86BA-67B8-7AB8ECD8D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A0E-2FBA-4159-9323-C233CC2AF0DB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0C5C99-AD7D-C04D-BCB8-59A67555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3648D7-B070-4B11-B0D3-34496D97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DF58-A56D-43F9-AA51-42CF3D3F87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234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FEFA85-F472-AEBD-3314-384B0DE15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87FAC3-B368-2026-341B-41E6A5918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584F8D-DBDF-8CCB-A4FC-5CB62ED58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A0E-2FBA-4159-9323-C233CC2AF0DB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3E2C47-5D04-F2FD-3C52-55866CC4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BDE404-6304-8F0B-0444-FA88521B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DF58-A56D-43F9-AA51-42CF3D3F87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51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B973A89-E637-BFFE-3968-E7A8230DC5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8BC648-7DE9-689A-3791-35D22B8BE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911A66-D8D2-7982-82FD-80C589DDE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A0E-2FBA-4159-9323-C233CC2AF0DB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0DE5F0-0169-12B6-AB6C-A81CC240A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0F6C13-C87E-F18A-F234-F7F6C1BD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0DF58-A56D-43F9-AA51-42CF3D3F87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51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FD49B7-7F62-7727-669A-C303B3AE6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0FC940-19BF-2B0A-8355-D36704432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EB100F-2D92-42EE-754A-BE473E5403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F2A0E-2FBA-4159-9323-C233CC2AF0DB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3F7B5E-EF13-3651-42EF-2D9D600BD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DE36A4-36CC-C92F-9E6D-0C2EA4B8B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0DF58-A56D-43F9-AA51-42CF3D3F87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22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21A8E9-6466-71EB-7CEF-6BCF16A14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Entropy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414F2B-1559-FEF6-96E5-2E717326CF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부제목 미정</a:t>
            </a:r>
          </a:p>
        </p:txBody>
      </p:sp>
    </p:spTree>
    <p:extLst>
      <p:ext uri="{BB962C8B-B14F-4D97-AF65-F5344CB8AC3E}">
        <p14:creationId xmlns:p14="http://schemas.microsoft.com/office/powerpoint/2010/main" val="3583707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918239-E813-3EA0-0F3E-2EC49FF19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008425-EC0E-E4E3-237D-738B0F55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106333" cy="477837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ko-KR" altLang="en-US" sz="2000" dirty="0"/>
              <a:t>게임 개요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유사 게임 분석</a:t>
            </a: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세계관</a:t>
            </a:r>
            <a:endParaRPr lang="en-US" altLang="ko-KR" sz="2000" dirty="0"/>
          </a:p>
          <a:p>
            <a:pPr marL="914400" lvl="1" indent="-457200">
              <a:buAutoNum type="arabicPeriod"/>
            </a:pPr>
            <a:r>
              <a:rPr lang="ko-KR" altLang="en-US" sz="1600" dirty="0"/>
              <a:t>전체</a:t>
            </a:r>
            <a:r>
              <a:rPr lang="en-US" altLang="ko-KR" sz="1600" dirty="0"/>
              <a:t> </a:t>
            </a:r>
            <a:r>
              <a:rPr lang="ko-KR" altLang="en-US" sz="1600" dirty="0"/>
              <a:t>세계관</a:t>
            </a:r>
            <a:endParaRPr lang="en-US" altLang="ko-KR" sz="1600" dirty="0"/>
          </a:p>
          <a:p>
            <a:pPr marL="914400" lvl="1" indent="-457200">
              <a:buAutoNum type="arabicPeriod"/>
            </a:pPr>
            <a:r>
              <a:rPr lang="ko-KR" altLang="en-US" sz="1600" dirty="0"/>
              <a:t>스토리</a:t>
            </a:r>
            <a:endParaRPr lang="en-US" altLang="ko-KR" sz="1600" dirty="0"/>
          </a:p>
          <a:p>
            <a:pPr marL="914400" lvl="1" indent="-457200">
              <a:buAutoNum type="arabicPeriod"/>
            </a:pPr>
            <a:r>
              <a:rPr lang="ko-KR" altLang="en-US" sz="1600" dirty="0"/>
              <a:t>캐릭터</a:t>
            </a:r>
            <a:endParaRPr lang="en-US" altLang="ko-KR" sz="1600" dirty="0"/>
          </a:p>
          <a:p>
            <a:pPr marL="914400" lvl="1" indent="-457200">
              <a:buAutoNum type="arabicPeriod"/>
            </a:pPr>
            <a:endParaRPr lang="en-US" altLang="ko-KR" sz="1600" dirty="0"/>
          </a:p>
          <a:p>
            <a:pPr marL="457200" indent="-457200">
              <a:buAutoNum type="arabicPeriod"/>
            </a:pPr>
            <a:r>
              <a:rPr lang="ko-KR" altLang="en-US" sz="2000" dirty="0"/>
              <a:t>구조 및 형태</a:t>
            </a:r>
            <a:endParaRPr lang="en-US" altLang="ko-KR" sz="2000" dirty="0"/>
          </a:p>
          <a:p>
            <a:pPr marL="914400" lvl="1" indent="-457200">
              <a:buAutoNum type="arabicPeriod"/>
            </a:pPr>
            <a:r>
              <a:rPr lang="en-US" altLang="ko-KR" sz="1600" dirty="0"/>
              <a:t>Flow Chart</a:t>
            </a:r>
          </a:p>
          <a:p>
            <a:pPr marL="914400" lvl="1" indent="-457200">
              <a:buAutoNum type="arabicPeriod"/>
            </a:pPr>
            <a:r>
              <a:rPr lang="en-US" altLang="ko-KR" sz="1600" dirty="0"/>
              <a:t>UI</a:t>
            </a:r>
          </a:p>
          <a:p>
            <a:pPr marL="914400" lvl="1" indent="-457200">
              <a:buAutoNum type="arabicPeriod"/>
            </a:pPr>
            <a:r>
              <a:rPr lang="en-US" altLang="ko-KR" sz="1600" dirty="0"/>
              <a:t>Key Settings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2728993-5CEE-3287-A44A-2D6F08A30CA4}"/>
              </a:ext>
            </a:extLst>
          </p:cNvPr>
          <p:cNvSpPr txBox="1">
            <a:spLocks/>
          </p:cNvSpPr>
          <p:nvPr/>
        </p:nvSpPr>
        <p:spPr>
          <a:xfrm>
            <a:off x="4944533" y="1825624"/>
            <a:ext cx="4106333" cy="477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/>
              <a:t>5.   Game System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ko-KR" altLang="en-US" sz="1600" dirty="0"/>
              <a:t>기본 룰</a:t>
            </a:r>
            <a:endParaRPr lang="en-US" altLang="ko-KR" sz="1600" dirty="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ko-KR" altLang="en-US" sz="1600" dirty="0"/>
              <a:t>스테이지 구성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758008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30</Words>
  <Application>Microsoft Office PowerPoint</Application>
  <PresentationFormat>와이드스크린</PresentationFormat>
  <Paragraphs>17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Entropy</vt:lpstr>
      <vt:lpstr>목차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 kevin</dc:creator>
  <cp:lastModifiedBy>cho kevin</cp:lastModifiedBy>
  <cp:revision>6</cp:revision>
  <dcterms:created xsi:type="dcterms:W3CDTF">2026-07-11T11:17:54Z</dcterms:created>
  <dcterms:modified xsi:type="dcterms:W3CDTF">2026-07-12T10:56:19Z</dcterms:modified>
</cp:coreProperties>
</file>